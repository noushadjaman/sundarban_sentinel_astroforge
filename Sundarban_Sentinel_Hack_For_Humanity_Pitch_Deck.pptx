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TALKING POINTS (TEAM ASTROFORGE):</a:t>
            </a:r>
          </a:p>
          <a:p>
            <a:r>
              <a:t>- Welcome honorable judges and participants of Hack For Humanity 2026. We are Team AstroForge from RUET, represented by Md Nushad Jaman Raj, Tanjid Hossen Rifat, and Raf Rafin Mahmud.</a:t>
            </a:r>
          </a:p>
          <a:p>
            <a:r>
              <a:t>- Today we present Sundarban Sentinel: a fully engineered, zero-mock production distributed system built for mangrove conservation and frontline humanitarian protection.</a:t>
            </a:r>
          </a:p>
          <a:p>
            <a:r>
              <a:t>- The Sundarbans is the world's largest contiguous mangrove forest (10,000 km²) and a UNESCO World Heritage site that protects over 30 million coastal citizens from deadly cyclone storm surges.</a:t>
            </a:r>
          </a:p>
          <a:p>
            <a:r>
              <a:t>- However, the deep forest is a total cellular black hole. Forest rangers, honey collectors (Mawalis), and fishermen operate in complete isolation with 0 bars of mobile coverage.</a:t>
            </a:r>
          </a:p>
          <a:p>
            <a:r>
              <a:t>- Our solution brings on-device edge AI, decoupled statutory legal deterrence, live NASA Earthdata satellite telemetry, and auto-syncing distributed cloud infrastructure to protect this critical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TALKING POINTS (MD. NUSHAD JAMAN RAJ - TEAM LEADER &amp; SYSTEM ARCHITECT):</a:t>
            </a:r>
          </a:p>
          <a:p>
            <a:r>
              <a:t>- Lead Edge-AI Systems Architect, Mobile Developer &amp; Core Ideator.</a:t>
            </a:r>
          </a:p>
          <a:p>
            <a:r>
              <a:t>- Formulated the end-to-end Sundarban Sentinel technical blueprint, zero-mock design philosophy, and competition strategy.</a:t>
            </a:r>
          </a:p>
          <a:p>
            <a:r>
              <a:t>- Architected the Flutter mobile production client with live offline GPS tracking, citizen ticket management, and profile vault.</a:t>
            </a:r>
          </a:p>
          <a:p>
            <a:r>
              <a:t>- Quantized and deployed on-device INT8 YOLOv8 computer vision model running at 32ms offline inference on mobile NPU/CPU.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TALKING POINTS (RAF RAFIN MAHMUD - LEAD DATA ANALYST):</a:t>
            </a:r>
          </a:p>
          <a:p>
            <a:r>
              <a:t>- Lead Data Analyst &amp; Environmental Intelligence Specialist.</a:t>
            </a:r>
          </a:p>
          <a:p>
            <a:r>
              <a:t>- Engineered automated NASA Earthdata CMR queries retrieving MOD13Q1 250m NDVI 16-day vegetation composites and MOD11A2 land surface temperatures.</a:t>
            </a:r>
          </a:p>
          <a:p>
            <a:r>
              <a:t>- Formulated algorithmic thresholding (NDVI delta &lt; -0.15) to detect real-time canopy loss and illegal tree felling.</a:t>
            </a:r>
          </a:p>
          <a:p>
            <a:r>
              <a:t>- Generated active geospatial polygon clusters for ranger offline patrol navigation and poacher deterrence.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TALKING POINTS (TANJID HOSSEN RIFAT - WEB ARCHITECT &amp; MEDIA DIRECTOR):</a:t>
            </a:r>
          </a:p>
          <a:p>
            <a:r>
              <a:t>- Lead Web Systems Developer &amp; Creative Media Director.</a:t>
            </a:r>
          </a:p>
          <a:p>
            <a:r>
              <a:t>- Developed Cloudflare Workers serverless edge gateway handling low-latency Firestore queries, CORS proxying, and incident dossier ingestion.</a:t>
            </a:r>
          </a:p>
          <a:p>
            <a:r>
              <a:t>- Directed pitch presentation animations, cinematic storytelling, and visual project branding.</a:t>
            </a:r>
          </a:p>
          <a:p>
            <a:r>
              <a:t>- Built responsive analytical web telemetry dashboards for real-time forest ranger coordination and incident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TALKING POINTS (PROBLEM STATEMENT &amp; GROUND EVIDENCE):</a:t>
            </a:r>
          </a:p>
          <a:p>
            <a:r>
              <a:t>- Here is the undeniable ground reality in the Sundarbans, documented by verified investigative reports in The Business Standard and Dhaka Tribune.</a:t>
            </a:r>
          </a:p>
          <a:p>
            <a:r>
              <a:t>- Crisis 1: Poison Fishing Syndicates pour toxic pesticide chemicals into tidal canals to force instant fish harvests, causing catastrophic aquatic die-offs and poisoning food chains.</a:t>
            </a:r>
          </a:p>
          <a:p>
            <a:r>
              <a:t>- Crisis 2: Lethal Current Nets &amp; Snares. Tens of thousands of meters of banned monofilament nylon current jal trap endangered Ganges river dolphins and Olive Ridley turtles.</a:t>
            </a:r>
          </a:p>
          <a:p>
            <a:r>
              <a:t>- Crisis 3: Apex Predator Threat &amp; Venison Syndicates. Wire snares kill adult Royal Bengal Tigers, while poachers smuggle hundreds of kilograms of spotted deer venison (824kg seized in single raids).</a:t>
            </a:r>
          </a:p>
          <a:p>
            <a:r>
              <a:t>- Crisis 4: The 10,000 km² Communication Void. Rangers patrol blind tidal channels for up to 14 days without cellular coverage, rendering conventional cloud apps completely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TALKING POINTS (TOPIC 1: 100% OFFLINE RESILIENCE):</a:t>
            </a:r>
          </a:p>
          <a:p>
            <a:r>
              <a:t>- Topic 1 demonstrates our core innovation: 100% autonomous offline terminal mode.</a:t>
            </a:r>
          </a:p>
          <a:p>
            <a:r>
              <a:t>- In FIG 1.1 and 1.2, you can see our live Flutter application running with ZERO cellular bars.</a:t>
            </a:r>
          </a:p>
          <a:p>
            <a:r>
              <a:t>- Point 1: Cached NASA Anomaly Layer. Satellite risk polygons are pre-cached on device flash memory.</a:t>
            </a:r>
          </a:p>
          <a:p>
            <a:r>
              <a:t>- Point 2: Offline GPS River Tracking. Real-time river coordinate lock without cell tower triangulation.</a:t>
            </a:r>
          </a:p>
          <a:p>
            <a:r>
              <a:t>- Point 3: On-Device INT8 YOLOv8 Model. Neural weights execute entirely on the phone's CPU/NPU with 353ms inference latency.</a:t>
            </a:r>
          </a:p>
          <a:p>
            <a:r>
              <a:t>- Point 4: Zero-Data-Loss SQLite Vault. Incidents and GPS coordinates are buffered securely in an encrypted local queue until network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TALKING POINTS (TOPIC 2: HUNTER LEGAL GUIDANCE &amp; AI DETECTION):</a:t>
            </a:r>
          </a:p>
          <a:p>
            <a:r>
              <a:t>- Topic 2 addresses professional trackers, hunters, and Mawalis (traditional honey gatherers).</a:t>
            </a:r>
          </a:p>
          <a:p>
            <a:r>
              <a:t>- In FIG 2.1 and 2.2, rangers or hunters simply point their mobile camera at wildlife.</a:t>
            </a:r>
          </a:p>
          <a:p>
            <a:r>
              <a:t>- Our quantized neural network classifies the Royal Bengal Tiger at 94% confidence and Spotted Deer at 92% confidence in 353ms.</a:t>
            </a:r>
          </a:p>
          <a:p>
            <a:r>
              <a:t>- Crucially, our decoupled statutory engine maps the detection directly to the Bangladesh Wildlife Conservation Act 2012 (Section 36).</a:t>
            </a:r>
          </a:p>
          <a:p>
            <a:r>
              <a:t>- It instantly generates bilingual statutory alert cards stating non-bailable status, 2 to 7 years rigorous imprisonment, and up to 10 lakh taka fines.</a:t>
            </a:r>
          </a:p>
          <a:p>
            <a:r>
              <a:t>- This provides clear deterrence, educating coastal communities before any shot, trap, or harm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TALKING POINTS (TOPIC 3: CITIZEN EMPOWERMENT &amp; NET CHECKS):</a:t>
            </a:r>
          </a:p>
          <a:p>
            <a:r>
              <a:t>- In Topic 3, we empower general citizens and coastal fishermen across 4 daily use cases:</a:t>
            </a:r>
          </a:p>
          <a:p>
            <a:r>
              <a:t>- Use Case 1: Pre-Fishing Net Check. Fishermen scan their fishing nets on the riverbank before casting to ensure mesh legality under the Protection and Conservation of Fish Act 1950, avoiding boat confiscation.</a:t>
            </a:r>
          </a:p>
          <a:p>
            <a:r>
              <a:t>- Use Case 2: Legal Awareness without Jargon. Plain-language statutory guidance in Bengali.</a:t>
            </a:r>
          </a:p>
          <a:p>
            <a:r>
              <a:t>- Use Case 3: Endangered Marine Fauna Protection. Preventing the accidental catch of Ganges River Dolphins and Olive Ridley turtles.</a:t>
            </a:r>
          </a:p>
          <a:p>
            <a:r>
              <a:t>- Use Case 4: Citizen Deforestation &amp; Animal Rescue Desk. Villagers capture photos of injured animals trapped in mud or illegal tree-felling, queuing an instant GPS dossier for rangers.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TALKING POINTS (TOPIC 4: NASA SATELLITE RADAR FOR RANGERS):</a:t>
            </a:r>
          </a:p>
          <a:p>
            <a:r>
              <a:t>- Topic 4 introduces our remote sensing engine for forest department rangers.</a:t>
            </a:r>
          </a:p>
          <a:p>
            <a:r>
              <a:t>- Our backend pipeline queries NASA Earthdata CMR endpoints for MODIS MOD13Q1 (250m NDVI) and MOD11A2 (surface temperature).</a:t>
            </a:r>
          </a:p>
          <a:p>
            <a:r>
              <a:t>- Our anomaly algorithm identifies ΔNDVI drops exceeding -0.15, signaling active illegal timber felling camps.</a:t>
            </a:r>
          </a:p>
          <a:p>
            <a:r>
              <a:t>- In FIG 4.1 and 4.2, the mobile radar shows high-risk canopy drop polygons directly on the ranger's offline map.</a:t>
            </a:r>
          </a:p>
          <a:p>
            <a:r>
              <a:t>- The one-tap compass calculates the exact steering bearing through tidal channels, directing patrol speedboats directly to poacher camps without fuel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TALKING POINTS (TOPIC 5: TELECOM HANDSHAKE &amp; CLOUD INGESTION):</a:t>
            </a:r>
          </a:p>
          <a:p>
            <a:r>
              <a:t>- Topic 5 demonstrates what happens when patrol boats or villagers return to coastal cell coverage.</a:t>
            </a:r>
          </a:p>
          <a:p>
            <a:r>
              <a:t>- An automated background handshake connects to coastal 4G/5G towers with zero user intervention.</a:t>
            </a:r>
          </a:p>
          <a:p>
            <a:r>
              <a:t>- Point 1: Two-way sync fetches updated NASA thermal anomaly polygons.</a:t>
            </a:r>
          </a:p>
          <a:p>
            <a:r>
              <a:t>- Point 2: Our background daemon uploads all local SQLite incidents and citizen reports directly to our Cloudflare Workers edge gateway.</a:t>
            </a:r>
          </a:p>
          <a:p>
            <a:r>
              <a:t>- Point 3: Media photos are uploaded directly to our Cloudinary CDN preset, avoiding server load and committing evidence directly into Firestore.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TALKING POINTS (PRODUCTION SYNTHESIS &amp; CLOSING):</a:t>
            </a:r>
          </a:p>
          <a:p>
            <a:r>
              <a:t>- In conclusion, Sundarban Sentinel is not a mockup or a theoretical pitch.</a:t>
            </a:r>
          </a:p>
          <a:p>
            <a:r>
              <a:t>- Every single tier—from live NASA Earthdata CMR ingestion to on-device INT8 YOLOv8 inference and Cloudflare Workers gateway—is fully functional and production-tested.</a:t>
            </a:r>
          </a:p>
          <a:p>
            <a:r>
              <a:t>- On behalf of Team AstroForge:</a:t>
            </a:r>
          </a:p>
          <a:p>
            <a:r>
              <a:t>  • Md Nushad Jaman Raj (Lead Edge-AI Systems Architect, Mobile Developer &amp; Core Ideator)</a:t>
            </a:r>
          </a:p>
          <a:p>
            <a:r>
              <a:t>  • Raf Rafin Mahmud (Lead Data Analyst &amp; Environmental Intelligence Specialist)</a:t>
            </a:r>
          </a:p>
          <a:p>
            <a:r>
              <a:t>  • Tanjid Hossen Rifat (Lead Web Systems Developer &amp; Creative Media Director)</a:t>
            </a:r>
          </a:p>
          <a:p>
            <a:r>
              <a:t>- We believe AI must serve the planet's most vulnerable ecosystems and coastal communities.</a:t>
            </a:r>
          </a:p>
          <a:p>
            <a:r>
              <a:t>- Thank you, Hack For Humanity judges and organizers. We are now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title_astrofo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eam_1_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eam_2_ra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eam_3_tanj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news_crisi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opic_1_offline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opic_2_edge_ai_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opic_3_general_people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opic_4_nasa_defore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topic_5_cellular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8_architecture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